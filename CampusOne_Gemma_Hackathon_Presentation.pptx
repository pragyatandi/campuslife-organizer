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548640"/>
            <a:ext cx="4114800" cy="4114800"/>
          </a:xfrm>
          <a:prstGeom prst="ellipse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"/>
            <a:ext cx="2286000" cy="2286000"/>
          </a:xfrm>
          <a:prstGeom prst="ellipse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777240"/>
            <a:ext cx="1554480" cy="1554480"/>
          </a:xfrm>
          <a:prstGeom prst="ellipse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6583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GEMMA 4 • HACKATHON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7724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4200" b="1" i="0">
                <a:solidFill>
                  <a:srgbClr val="F5F8FF"/>
                </a:solidFill>
                <a:latin typeface="Aptos"/>
              </a:rPr>
              <a:t>CampusOne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7680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0" i="0">
                <a:solidFill>
                  <a:srgbClr val="AFBED7"/>
                </a:solidFill>
                <a:latin typeface="Aptos"/>
              </a:rPr>
              <a:t>Your campus, connected.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7132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5F8FF"/>
                </a:solidFill>
                <a:latin typeface="Aptos"/>
              </a:rPr>
              <a:t>A smarter campus-life organizer powered by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251960"/>
            <a:ext cx="2743200" cy="530352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9826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DCBE"/>
                </a:solidFill>
                <a:latin typeface="Aptos"/>
              </a:rPr>
              <a:t>Built with Gemma + Google 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080760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 i="0">
                <a:solidFill>
                  <a:srgbClr val="AFBED7"/>
                </a:solidFill>
                <a:latin typeface="Aptos"/>
              </a:rPr>
              <a:t>Project presentation  |  Campus productivity • Events • AI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Campus life is scattered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Students often need to switch between multiple channels just to stay organized.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29000" cy="21031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64008" cy="210312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240280"/>
            <a:ext cx="25786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Missed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2971800" cy="1325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Important notices and event details get buried across chats, posters, emails and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21031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64008" cy="2103120"/>
          </a:xfrm>
          <a:prstGeom prst="rect">
            <a:avLst/>
          </a:prstGeom>
          <a:solidFill>
            <a:srgbClr val="5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25856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5E8E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240280"/>
            <a:ext cx="257860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Deadline overload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15768"/>
            <a:ext cx="2971800" cy="1325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Assignments, club activities and personal tasks compete for attention.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57400"/>
            <a:ext cx="3429000" cy="21031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57400"/>
            <a:ext cx="64008" cy="2103120"/>
          </a:xfrm>
          <a:prstGeom prst="rect">
            <a:avLst/>
          </a:prstGeom>
          <a:solidFill>
            <a:srgbClr val="FFC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25856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FCD5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240280"/>
            <a:ext cx="257860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Too much searching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15768"/>
            <a:ext cx="2971800" cy="1325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Students spend time finding the right information instead of acting on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35640" cy="86868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554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ADCBE"/>
                </a:solidFill>
                <a:latin typeface="Aptos"/>
              </a:rPr>
              <a:t>The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754880"/>
            <a:ext cx="8458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One simple place to organize campus information—and an AI assistant to make it easier to 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Meet CampusOne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A single, student-friendly hub for campus tasks, activities and helpful AI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6675120" cy="3977639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CampusOne  /  Student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743200"/>
            <a:ext cx="1783080" cy="10515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98648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TODAY'S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82112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2ADCBE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743200"/>
            <a:ext cx="1783080" cy="10515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898648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UPCOMING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3182112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5E8EFF"/>
                </a:solidFill>
                <a:latin typeface="Aptos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743200"/>
            <a:ext cx="1783080" cy="10515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898648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182112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FFCD5F"/>
                </a:solidFill>
                <a:latin typeface="Aptos"/>
              </a:rP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160520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Quick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526280"/>
            <a:ext cx="1417320" cy="530352"/>
          </a:xfrm>
          <a:prstGeom prst="round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90872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1" i="0">
                <a:solidFill>
                  <a:srgbClr val="0D1830"/>
                </a:solidFill>
                <a:latin typeface="Aptos"/>
              </a:rPr>
              <a:t>Add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5768" y="4526280"/>
            <a:ext cx="1417320" cy="530352"/>
          </a:xfrm>
          <a:prstGeom prst="roundRect">
            <a:avLst/>
          </a:prstGeom>
          <a:solidFill>
            <a:srgbClr val="5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4690872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1" i="0">
                <a:solidFill>
                  <a:srgbClr val="0D1830"/>
                </a:solidFill>
                <a:latin typeface="Aptos"/>
              </a:rPr>
              <a:t>Find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4526280"/>
            <a:ext cx="1417320" cy="530352"/>
          </a:xfrm>
          <a:prstGeom prst="roundRect">
            <a:avLst/>
          </a:prstGeom>
          <a:solidFill>
            <a:srgbClr val="FF7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690872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1" i="0">
                <a:solidFill>
                  <a:srgbClr val="0D1830"/>
                </a:solidFill>
                <a:latin typeface="Aptos"/>
              </a:rPr>
              <a:t>Ask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3172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DESIGNED AROUND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788920"/>
            <a:ext cx="3200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Organize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182112"/>
            <a:ext cx="3200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Keep tasks and important dates in one 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886200"/>
            <a:ext cx="3200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279392"/>
            <a:ext cx="3200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Make campus events and updates easier to find.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983480"/>
            <a:ext cx="3200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376672"/>
            <a:ext cx="3200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Get clear, conversational help from the AI assistant.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03 /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Everything students need, in one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A focused feature set that can grow with each campus community.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12080" cy="14173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4008" cy="141732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148840"/>
            <a:ext cx="4361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Campus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A quick overview of tasks, upcoming events and useful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212080" cy="14173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64008" cy="1417320"/>
          </a:xfrm>
          <a:prstGeom prst="rect">
            <a:avLst/>
          </a:prstGeom>
          <a:solidFill>
            <a:srgbClr val="5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6712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5E8E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148840"/>
            <a:ext cx="4361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Tasks &amp; deadlines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24328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Capture academic and personal to-dos so next steps stay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12080" cy="14173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FFC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FCD5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4361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Events &amp; announcements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Bring campus activities and notices into an easy-to-scan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212080" cy="141732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64008" cy="1417320"/>
          </a:xfrm>
          <a:prstGeom prst="rect">
            <a:avLst/>
          </a:prstGeom>
          <a:solidFill>
            <a:srgbClr val="FF7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58768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F7EA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3840480"/>
            <a:ext cx="4361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Gemma AI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15968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Ask questions, summarize information and turn a busy day into an action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1">
                <a:solidFill>
                  <a:srgbClr val="AFBED7"/>
                </a:solidFill>
                <a:latin typeface="Aptos"/>
              </a:rPr>
              <a:t>Note: Feature descriptions represent the proposed hackathon experience; confirm each item against the current build before demo 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04 / AI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Why Gemma for CampusOne?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Use a language model to make campus information easier to understand and act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4983480" cy="352044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STUDENT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41605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“I have two assignments and a club event tomorrow. Help me plan my day.”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257800" cy="352044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5E8EFF"/>
                </a:solidFill>
                <a:latin typeface="Aptos"/>
              </a:rPr>
              <a:t>GEMMA-POWERED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24912"/>
            <a:ext cx="429768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1. List the deadlines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2. Prioritize urgent work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3. Suggest realistic time blocks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4. Remind the student to verify event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 i="1">
                <a:solidFill>
                  <a:srgbClr val="AFBED7"/>
                </a:solidFill>
                <a:latin typeface="Aptos"/>
              </a:rPr>
              <a:t>AI can assist with planning and summarization; students remain in control and should verify important dates and official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05 /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A lightweight, modular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Separate the user interface, application logic and model integration for easier iteration.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2103120" cy="1097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82879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1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26664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CampusOne web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14600"/>
            <a:ext cx="2103120" cy="1097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2697480"/>
            <a:ext cx="182879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5E8EFF"/>
                </a:solidFill>
                <a:latin typeface="Aptos"/>
              </a:rPr>
              <a:t>2  APP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3026664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app.py • routes &amp;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514600"/>
            <a:ext cx="2103120" cy="1097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697480"/>
            <a:ext cx="182879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F7EA0"/>
                </a:solidFill>
                <a:latin typeface="Aptos"/>
              </a:rPr>
              <a:t>3  AI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26664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gemma_client.py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514600"/>
            <a:ext cx="2834640" cy="1097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697480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FCD5F"/>
                </a:solidFill>
                <a:latin typeface="Aptos"/>
              </a:rPr>
              <a:t>4  MODEL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26664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Google GenAI / Gemma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816352"/>
            <a:ext cx="320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 i="0">
                <a:solidFill>
                  <a:srgbClr val="2ADCBE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816352"/>
            <a:ext cx="320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 i="0">
                <a:solidFill>
                  <a:srgbClr val="2ADCBE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816352"/>
            <a:ext cx="320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 i="0">
                <a:solidFill>
                  <a:srgbClr val="2ADCB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251960"/>
            <a:ext cx="10149840" cy="96012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462272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Configuration &amp;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434840"/>
            <a:ext cx="6858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requirements.txt  •  API key stored in environment variables  •  .env excluded from 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1">
                <a:solidFill>
                  <a:srgbClr val="AFBED7"/>
                </a:solidFill>
                <a:latin typeface="Aptos"/>
              </a:rPr>
              <a:t>Architecture is a suggested presentation-level view based on the project files discussed; adjust it to match the actual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06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From confusion to a clear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The value is not just storing information—it is helping students act on it.</a:t>
            </a:r>
          </a:p>
        </p:txBody>
      </p:sp>
      <p:sp>
        <p:nvSpPr>
          <p:cNvPr id="5" name="Oval 4"/>
          <p:cNvSpPr/>
          <p:nvPr/>
        </p:nvSpPr>
        <p:spPr>
          <a:xfrm>
            <a:off x="1399032" y="2240280"/>
            <a:ext cx="731520" cy="731520"/>
          </a:xfrm>
          <a:prstGeom prst="ellipse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17904" y="24505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D183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432304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2ADCBE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Open CampusOne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148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See tasks, events and campus updates.</a:t>
            </a:r>
          </a:p>
        </p:txBody>
      </p:sp>
      <p:sp>
        <p:nvSpPr>
          <p:cNvPr id="10" name="Oval 9"/>
          <p:cNvSpPr/>
          <p:nvPr/>
        </p:nvSpPr>
        <p:spPr>
          <a:xfrm>
            <a:off x="4279392" y="2240280"/>
            <a:ext cx="731520" cy="731520"/>
          </a:xfrm>
          <a:prstGeom prst="ellipse">
            <a:avLst/>
          </a:prstGeom>
          <a:solidFill>
            <a:srgbClr val="5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24505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D18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432304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2ADCBE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Ask a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703320"/>
            <a:ext cx="2148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Use natural language to explain what they need.</a:t>
            </a:r>
          </a:p>
        </p:txBody>
      </p:sp>
      <p:sp>
        <p:nvSpPr>
          <p:cNvPr id="15" name="Oval 14"/>
          <p:cNvSpPr/>
          <p:nvPr/>
        </p:nvSpPr>
        <p:spPr>
          <a:xfrm>
            <a:off x="7159752" y="2240280"/>
            <a:ext cx="731520" cy="731520"/>
          </a:xfrm>
          <a:prstGeom prst="ellipse">
            <a:avLst/>
          </a:prstGeom>
          <a:solidFill>
            <a:srgbClr val="FF7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24505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D183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32304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2ADCBE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4612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Gemma interprets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2148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The AI summarizes or structures the request.</a:t>
            </a:r>
          </a:p>
        </p:txBody>
      </p:sp>
      <p:sp>
        <p:nvSpPr>
          <p:cNvPr id="20" name="Oval 19"/>
          <p:cNvSpPr/>
          <p:nvPr/>
        </p:nvSpPr>
        <p:spPr>
          <a:xfrm>
            <a:off x="10040111" y="2240280"/>
            <a:ext cx="731520" cy="731520"/>
          </a:xfrm>
          <a:prstGeom prst="ellipse">
            <a:avLst/>
          </a:prstGeom>
          <a:solidFill>
            <a:srgbClr val="FFC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24505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0D183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4612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Take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03320"/>
            <a:ext cx="2148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Student reviews the suggestion and updates their plan.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074920"/>
            <a:ext cx="10058400" cy="5943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257800"/>
            <a:ext cx="9601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2ADCBE"/>
                </a:solidFill>
                <a:latin typeface="Aptos"/>
              </a:rPr>
              <a:t>Human-in-the-loop: AI suggestions are reviewed by the student before they are relied 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07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Designed for real student routines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CampusOne can support individual students, clubs and campus communities.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29000" cy="2240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64008" cy="224028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97180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Plan study time, track deadlines and get concise explanations of campus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29000" cy="2240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64008" cy="2240280"/>
          </a:xfrm>
          <a:prstGeom prst="rect">
            <a:avLst/>
          </a:prstGeom>
          <a:solidFill>
            <a:srgbClr val="5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For clubs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70048"/>
            <a:ext cx="297180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Make event information easier to discover and communicate.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11680"/>
            <a:ext cx="3429000" cy="224028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011680"/>
            <a:ext cx="64008" cy="2240280"/>
          </a:xfrm>
          <a:prstGeom prst="rect">
            <a:avLst/>
          </a:prstGeom>
          <a:solidFill>
            <a:srgbClr val="FFC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For campus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70048"/>
            <a:ext cx="297180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Create a clearer path from announcements to student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Potential outcomes to measure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66360"/>
            <a:ext cx="3246120" cy="50292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21808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 i="0">
                <a:solidFill>
                  <a:srgbClr val="2ADCBE"/>
                </a:solidFill>
                <a:latin typeface="Aptos"/>
              </a:rPr>
              <a:t>Fewer missed deadlines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5166360"/>
            <a:ext cx="3246120" cy="50292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321808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 i="0">
                <a:solidFill>
                  <a:srgbClr val="2ADCBE"/>
                </a:solidFill>
                <a:latin typeface="Aptos"/>
              </a:rPr>
              <a:t>Faster information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166360"/>
            <a:ext cx="3246120" cy="50292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321808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 i="0">
                <a:solidFill>
                  <a:srgbClr val="2ADCBE"/>
                </a:solidFill>
                <a:latin typeface="Aptos"/>
              </a:rPr>
              <a:t>Higher event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25312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1">
                <a:solidFill>
                  <a:srgbClr val="AFBED7"/>
                </a:solidFill>
                <a:latin typeface="Aptos"/>
              </a:rPr>
              <a:t>These are goals to validate through user testing, not measured results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08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From hackathon demo to campus-ready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AFBED7"/>
                </a:solidFill>
                <a:latin typeface="Aptos"/>
              </a:rPr>
              <a:t>A practical roadmap keeps the project useful, safe and maintainable.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3337560" cy="24231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 i="0">
                <a:solidFill>
                  <a:srgbClr val="F5F8FF"/>
                </a:solidFill>
                <a:latin typeface="Aptos"/>
              </a:rPr>
              <a:t>Polish the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Test the main flow, handle API errors and prepare sample campus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48840"/>
            <a:ext cx="3337560" cy="24231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423160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5E8EFF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834640"/>
            <a:ext cx="2834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 i="0">
                <a:solidFill>
                  <a:srgbClr val="F5F8FF"/>
                </a:solidFill>
                <a:latin typeface="Aptos"/>
              </a:rPr>
              <a:t>Connect real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429000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Add persistent storage, event management and clear admin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337560" cy="2423160"/>
          </a:xfrm>
          <a:prstGeom prst="roundRect">
            <a:avLst/>
          </a:prstGeom>
          <a:solidFill>
            <a:srgbClr val="19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423160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F7EA0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34640"/>
            <a:ext cx="2834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 i="0">
                <a:solidFill>
                  <a:srgbClr val="F5F8FF"/>
                </a:solidFill>
                <a:latin typeface="Aptos"/>
              </a:rPr>
              <a:t>Personalize responsibly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429000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AFBED7"/>
                </a:solidFill>
                <a:latin typeface="Aptos"/>
              </a:rPr>
              <a:t>Add preferences, reminders and accessibility improvements.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74920"/>
            <a:ext cx="10332720" cy="685800"/>
          </a:xfrm>
          <a:prstGeom prst="roundRect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294376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DCBE"/>
                </a:solidFill>
                <a:latin typeface="Aptos"/>
              </a:rPr>
              <a:t>Success principle: useful AI + trustworthy campus information + a simple student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1" i="0">
                <a:solidFill>
                  <a:srgbClr val="AFBED7"/>
                </a:solidFill>
                <a:latin typeface="Aptos"/>
              </a:rPr>
              <a:t>CAMPUSONE  •  GEMMA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502920"/>
            <a:ext cx="2286000" cy="2286000"/>
          </a:xfrm>
          <a:prstGeom prst="ellipse">
            <a:avLst/>
          </a:prstGeom>
          <a:solidFill>
            <a:srgbClr val="14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051560"/>
            <a:ext cx="1188720" cy="1188720"/>
          </a:xfrm>
          <a:prstGeom prst="ellipse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DCBE"/>
                </a:solidFill>
                <a:latin typeface="Aptos"/>
              </a:rPr>
              <a:t>CAMPUSONE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77240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Your campus,</a:t>
            </a:r>
          </a:p>
          <a:p>
            <a:pPr algn="l">
              <a:spcAft>
                <a:spcPts val="70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429000"/>
            <a:ext cx="749807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AFBED7"/>
                </a:solidFill>
                <a:latin typeface="Aptos"/>
              </a:rPr>
              <a:t>A smarter, more organized student experience—supported by Gemma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17720"/>
            <a:ext cx="2057400" cy="566928"/>
          </a:xfrm>
          <a:prstGeom prst="round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791456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 i="0">
                <a:solidFill>
                  <a:srgbClr val="0D1830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89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 i="0">
                <a:solidFill>
                  <a:srgbClr val="AFBED7"/>
                </a:solidFill>
                <a:latin typeface="Aptos"/>
              </a:rPr>
              <a:t>Live demo: https://campus-life-organizer.vercel.app/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1" i="0">
                <a:solidFill>
                  <a:srgbClr val="2ADC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